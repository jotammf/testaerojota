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10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914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96012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862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182880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269748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718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862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50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94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38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356616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574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862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150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294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438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8200" y="4434840"/>
            <a:ext cx="36576" cy="36576"/>
          </a:xfrm>
          <a:prstGeom prst="ellipse">
            <a:avLst/>
          </a:prstGeom>
          <a:solidFill>
            <a:srgbClr val="2020AA">
              <a:alpha val="40000"/>
            </a:srgbClr>
          </a:solidFill>
          <a:ln w="12700">
            <a:solidFill>
              <a:srgbClr val="2020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80160" y="502920"/>
            <a:ext cx="6583680" cy="4069080"/>
          </a:xfrm>
          <a:prstGeom prst="rect">
            <a:avLst/>
          </a:prstGeom>
          <a:solidFill>
            <a:srgbClr val="FFFFFF"/>
          </a:solidFill>
          <a:ln w="38100">
            <a:solidFill>
              <a:srgbClr val="80808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80160" y="502920"/>
            <a:ext cx="658368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0" y="50292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Memoria del Proyecto Web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607808" y="5486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07808" y="548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370064" y="5486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0064" y="548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132320" y="5486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0" y="5486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463040" y="10972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80"/>
                </a:solidFill>
              </a:rPr>
              <a:t>Memoria del Proyecto Web</a:t>
            </a:r>
            <a:endParaRPr lang="en-US" sz="2600" dirty="0"/>
          </a:p>
        </p:txBody>
      </p:sp>
      <p:sp>
        <p:nvSpPr>
          <p:cNvPr id="72" name="Text 70"/>
          <p:cNvSpPr/>
          <p:nvPr/>
        </p:nvSpPr>
        <p:spPr>
          <a:xfrm>
            <a:off x="1463040" y="18288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04040"/>
                </a:solidFill>
              </a:rPr>
              <a:t>Interfaz Web tipo Escritorio Windows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2560320" y="2359152"/>
            <a:ext cx="40233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63040" y="24688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</a:rPr>
              <a:t>José </a:t>
            </a:r>
            <a:r>
              <a:rPr lang="en-US" sz="1300" b="1">
                <a:solidFill>
                  <a:srgbClr val="000000"/>
                </a:solidFill>
              </a:rPr>
              <a:t>Manuel Menéndez F.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463040" y="285292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</a:rPr>
              <a:t>Proyecto de Desarrollo Web Frontend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554480" y="3291840"/>
            <a:ext cx="100584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448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HTML5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43200" y="3291840"/>
            <a:ext cx="100584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CSS3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931920" y="3291840"/>
            <a:ext cx="100584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3192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JavaScript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120640" y="3291840"/>
            <a:ext cx="100584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JSON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309360" y="3291840"/>
            <a:ext cx="1005840" cy="25603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7.css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80960" y="4526280"/>
            <a:ext cx="137160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C0C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152" y="4864608"/>
            <a:ext cx="960120" cy="219456"/>
          </a:xfrm>
          <a:prstGeom prst="rect">
            <a:avLst/>
          </a:prstGeom>
          <a:solidFill>
            <a:srgbClr val="00008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152" y="48646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Inicio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549640" y="48646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09:00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indice.html — Memoria del Proyecto Web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Índice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1078992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078992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107899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01  Introducción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164592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645920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6459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02  Objetivos del Proyecto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12848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212848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22128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03  Tecnologías Utilizadas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77977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779776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277977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04  Estructura del Proyecto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346704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33467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05  Sistema de Pestañas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913632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913632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06  Carga de Datos (JSON)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1078992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1078992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107899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07  Reproductor de Música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164592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1645920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16459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08  Quick Launch y Animaciones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2212848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212848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2128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09  Diseño Visual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277977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2779776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45736" y="277977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10  Rendimiento y Hosting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17720" y="3346704"/>
            <a:ext cx="416052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3346704"/>
            <a:ext cx="54864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45736" y="33467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11  Conclusión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introduccion.html — ¿Qué es este proyecto?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Introducción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10789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Página web personal diseñada como un </a:t>
            </a:r>
            <a:r>
              <a:rPr lang="en-US" sz="1200" b="1" dirty="0">
                <a:solidFill>
                  <a:srgbClr val="000080"/>
                </a:solidFill>
              </a:rPr>
              <a:t>escritorio virtual tipo Windows clásico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Funciona como un panel personal interactivo donde se muestran proyectos, habilidades técnicas, conocimientos y elementos dinámicos.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El propósito es doble: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4663440" cy="502920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35808"/>
            <a:ext cx="54864" cy="5029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63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Proyecto de Aprendizaje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2826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Práctica de JS, DOM, animaciones y arquitectura modular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30168"/>
            <a:ext cx="466344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30168"/>
            <a:ext cx="54864" cy="502920"/>
          </a:xfrm>
          <a:prstGeom prst="rect">
            <a:avLst/>
          </a:prstGeom>
          <a:solidFill>
            <a:srgbClr val="008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576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Portfolio / CV Web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Presentación dinámica del perfil del desarrollador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005840"/>
            <a:ext cx="352044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 Portafolio Web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76672" y="1417320"/>
            <a:ext cx="3291840" cy="256032"/>
          </a:xfrm>
          <a:prstGeom prst="rect">
            <a:avLst/>
          </a:prstGeom>
          <a:solidFill>
            <a:srgbClr val="C8D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04040"/>
                </a:solidFill>
              </a:rPr>
              <a:t>Bienvenido — Header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76672" y="1764792"/>
            <a:ext cx="1554480" cy="228600"/>
          </a:xfrm>
          <a:prstGeom prst="rect">
            <a:avLst/>
          </a:prstGeom>
          <a:solidFill>
            <a:srgbClr val="D4D0C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13448" y="1764792"/>
            <a:ext cx="1554480" cy="228600"/>
          </a:xfrm>
          <a:prstGeom prst="rect">
            <a:avLst/>
          </a:prstGeom>
          <a:solidFill>
            <a:srgbClr val="D4D0C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76672" y="2084832"/>
            <a:ext cx="329184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6672" y="2331720"/>
            <a:ext cx="329184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6672" y="2578608"/>
            <a:ext cx="201168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04040"/>
                </a:solidFill>
              </a:rPr>
              <a:t>Proyectos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376672" y="2907792"/>
            <a:ext cx="1005840" cy="228600"/>
          </a:xfrm>
          <a:prstGeom prst="rect">
            <a:avLst/>
          </a:prstGeom>
          <a:solidFill>
            <a:srgbClr val="00008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2907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Ver más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12080" y="4526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08080"/>
                </a:solidFill>
              </a:rPr>
              <a:t>Vista de la interfaz en el navegador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objetivos.html — Metas del Proyecto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Objetivos del Proyecto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1078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078992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1152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Interfaz Visual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Crear una interfaz atractiva estilo escritorio Windows clásico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92024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1920240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075688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Manipulación del DOM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249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Practicar manipulación avanzada del DOM con JavaScript puro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6148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761488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16936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Contenido Dinámico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Cargar datos desde archivos JSON sin modificar el HTML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6027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602736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58184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Componentes Reutilizables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Implementar tabs, grids y listas como componentes modulares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1078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1078992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234440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1152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Diseño Ligero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Mantener arquitectura sin frameworks pesados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192024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1920240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075688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1208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Integración de Hosting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2249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Combinar Neocities y GitHub Pages como plataformas complementarias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2761488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2761488"/>
            <a:ext cx="64008" cy="7315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2916936"/>
            <a:ext cx="365760" cy="36576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5588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Portfolio Interactivo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1208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Servir como CV y portafolio visual del desarrollador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tecnologias.html — Stack Tecnológico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Tecnologías Utilizadas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078992"/>
            <a:ext cx="2697480" cy="411480"/>
          </a:xfrm>
          <a:prstGeom prst="rect">
            <a:avLst/>
          </a:prstGeom>
          <a:solidFill>
            <a:srgbClr val="E8401C"/>
          </a:solidFill>
          <a:ln w="12700">
            <a:solidFill>
              <a:srgbClr val="E84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155448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Estructura semántica de la página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1078992"/>
            <a:ext cx="2697480" cy="411480"/>
          </a:xfrm>
          <a:prstGeom prst="rect">
            <a:avLst/>
          </a:prstGeom>
          <a:solidFill>
            <a:srgbClr val="2965F1"/>
          </a:solidFill>
          <a:ln w="12700">
            <a:solidFill>
              <a:srgbClr val="2965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CSS3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155448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Diseño, layout, animaciones y efectos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7899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078992"/>
            <a:ext cx="2697480" cy="411480"/>
          </a:xfrm>
          <a:prstGeom prst="rect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078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155448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Lógica dinámica e interactividad (ES6+)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770632"/>
            <a:ext cx="2697480" cy="411480"/>
          </a:xfrm>
          <a:prstGeom prst="rect">
            <a:avLst/>
          </a:prstGeom>
          <a:solidFill>
            <a:srgbClr val="5C9E31"/>
          </a:solidFill>
          <a:ln w="12700">
            <a:solidFill>
              <a:srgbClr val="5C9E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70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JSON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2461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Almacenamiento externo de datos y contenidos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2770632"/>
            <a:ext cx="2697480" cy="41148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770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7.css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46120" y="32461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Librería visual estilo Windows clásico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2770632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2770632"/>
            <a:ext cx="2697480" cy="411480"/>
          </a:xfrm>
          <a:prstGeom prst="rect">
            <a:avLst/>
          </a:prstGeom>
          <a:solidFill>
            <a:srgbClr val="528DD3"/>
          </a:solidFill>
          <a:ln w="12700">
            <a:solidFill>
              <a:srgbClr val="528D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770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Font Awesome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80760" y="324612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</a:rPr>
              <a:t>Iconografía vectorial para la interfaz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estructura.html — Arquitectura del Sistema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Estructura del Proyecto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1078992"/>
            <a:ext cx="3108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078992"/>
            <a:ext cx="3108960" cy="320040"/>
          </a:xfrm>
          <a:prstGeom prst="rect">
            <a:avLst/>
          </a:prstGeom>
          <a:solidFill>
            <a:srgbClr val="D4D0C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078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</a:rPr>
              <a:t>Explorador de Archivos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index.html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style.css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main.js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23160"/>
            <a:ext cx="2971800" cy="274320"/>
          </a:xfrm>
          <a:prstGeom prst="rect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/data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skills.json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projects.json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links.json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2971800" cy="274320"/>
          </a:xfrm>
          <a:prstGeom prst="rect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/audio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song01.mp3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10789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Ventanas de la Interfaz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15087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150876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15087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Header / Bienvenida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21608" y="183794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Título animado y presentación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50876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50876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5087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Proyectos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27648" y="183794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Tabs con GitHub y CodePen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260604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260604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26060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Perfil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721608" y="293522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Skills, conocimientos, info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63640" y="260604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260604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26060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Quick Launch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27648" y="293522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Grid de accesos tipo escritorio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0" y="37033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0" y="370332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21608" y="3703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Reproductor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721608" y="403250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Player de música aleatorio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63640" y="370332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3703320"/>
            <a:ext cx="2468880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37033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Footer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27648" y="4032504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Información final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tabs.js — Sistema de Pestañas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Juan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Sistema de Pestañas (Tabs)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1078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Sistema de navegación por pestañas implementado en JavaScript puro, sin librerías externas.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508760"/>
            <a:ext cx="132588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80"/>
                </a:solidFill>
              </a:rPr>
              <a:t>GitHub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1508760"/>
            <a:ext cx="1325880" cy="32004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CodePen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1508760"/>
            <a:ext cx="1325880" cy="32004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Proyectos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508760"/>
            <a:ext cx="1325880" cy="32004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</a:rPr>
              <a:t>Demos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828800"/>
            <a:ext cx="566928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8745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 activo de la pestaña GitHub
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Proyecto A — Enlace a repositorio
  &gt; Proyecto B — Demo en GitHub Pages
  &gt; Proyecto C — Portfolio item
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481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Funcionamiento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874520"/>
            <a:ext cx="260604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901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role="tab"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27648" y="21031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Detecta botones como pestañas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63640" y="2404872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432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tabpanel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27648" y="2633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Muestra u oculta el contenido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63640" y="2935224"/>
            <a:ext cx="2606040" cy="43891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962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Independencia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27648" y="31638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Múltiples grupos en la misma página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63640" y="3465576"/>
            <a:ext cx="2606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4930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 Roles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36941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04040"/>
                </a:solidFill>
              </a:rPr>
              <a:t>Accesibilidad básica incluida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023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8080"/>
                </a:solidFill>
              </a:rPr>
              <a:t>El sistema detecta automáticamente los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08080"/>
                </a:solidFill>
              </a:rPr>
              <a:t>grupos de pestañas en la página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data-loader.js — Carga Dinámica de Datos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Carga de Datos desde JSON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10789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Los contenidos de la interfaz se cargan dinámicamente desde archivos JSON externos,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permitiendo modificar datos sin tocar el HTML.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627632"/>
            <a:ext cx="502920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627632"/>
            <a:ext cx="5029200" cy="274320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CC"/>
                </a:solidFill>
              </a:rPr>
              <a:t>data-loader.js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loadJSON(path) {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fetch(path);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await res.json();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loadJSON('./data/skills.json')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.then(renderSkills);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16002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Archivos de Datos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1965960"/>
            <a:ext cx="3246120" cy="621792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020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skills.json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2951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Lista de habilidades técnicas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23560" y="2715768"/>
            <a:ext cx="3246120" cy="621792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2770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projects.json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3044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Proyectos GitHub y CodePen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3465576"/>
            <a:ext cx="3246120" cy="621792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520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links.json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0" y="3794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Grid de Quick Launch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087368"/>
            <a:ext cx="8366760" cy="411480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873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Ventaja: actualizar contenidos sin modificar el código HTML — separacion de datos y vista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music-player.js — Reproductor de Audio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Joseph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Reproductor de Música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1217728"/>
            <a:ext cx="3931920" cy="1815557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217728"/>
            <a:ext cx="3931920" cy="3657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2114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Music Player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73988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Canción Aleatoria — Artista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087357"/>
            <a:ext cx="3566160" cy="109728"/>
          </a:xfrm>
          <a:prstGeom prst="rect">
            <a:avLst/>
          </a:prstGeom>
          <a:solidFill>
            <a:srgbClr val="DDDDD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087357"/>
            <a:ext cx="1645920" cy="109728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297669"/>
            <a:ext cx="502920" cy="36576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297669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&lt;&lt; 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2297669"/>
            <a:ext cx="502920" cy="36576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297669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|&gt;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57400" y="2297669"/>
            <a:ext cx="502920" cy="36576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2297669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&gt;&gt;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297669"/>
            <a:ext cx="502920" cy="365760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297669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[]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1078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80"/>
                </a:solidFill>
              </a:rPr>
              <a:t>Características Técnicas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1508760"/>
            <a:ext cx="4297680" cy="731520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673352"/>
            <a:ext cx="320040" cy="320040"/>
          </a:xfrm>
          <a:prstGeom prst="ellipse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47488" y="15636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Aleatorio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47488" y="1819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Selecciona canciones sin repetir la anterior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359152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5152" y="2523744"/>
            <a:ext cx="320040" cy="320040"/>
          </a:xfrm>
          <a:prstGeom prst="ellipse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47488" y="2414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Auto-reproducción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47488" y="2670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Inicia la siguiente al terminar la canción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3209544"/>
            <a:ext cx="4297680" cy="731520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45152" y="3374136"/>
            <a:ext cx="320040" cy="320040"/>
          </a:xfrm>
          <a:prstGeom prst="ellipse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47488" y="3264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Interacción Previa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47488" y="3520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Espera interacción del usuario antes de reproducir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4059936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5152" y="4224528"/>
            <a:ext cx="320040" cy="320040"/>
          </a:xfrm>
          <a:prstGeom prst="ellipse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47488" y="4114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Sin librerías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47488" y="4370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Implementado con el API Web Audio nativo del navegador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quick-launch.js — Accesos y Animaciones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María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Quick Launch y Animaciones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1078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80"/>
                </a:solidFill>
              </a:rPr>
              <a:t>Grid de Accesos Rápidos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46304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155448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11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GitHub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737360" y="146304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155448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2011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CodePen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108960" y="146304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3008" y="155448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011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Neocities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265176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08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Twitter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37360" y="25603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21408" y="265176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3108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Docs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08960" y="25603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93008" y="2651760"/>
            <a:ext cx="411480" cy="411480"/>
          </a:xfrm>
          <a:prstGeom prst="ellipse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3108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</a:rPr>
              <a:t>Blog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367588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08080"/>
                </a:solidFill>
              </a:rPr>
              <a:t>Generado dinámicamente desde links.json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7762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80"/>
                </a:solidFill>
              </a:rPr>
              <a:t>Efectos Visuales y Animaciones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206064"/>
            <a:ext cx="4206240" cy="62179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1260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lebounce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6592" y="1516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Rebote letra a letra en el título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95587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0107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wiggle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36592" y="2266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Movimiento suave en elementos hover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705680"/>
            <a:ext cx="4206240" cy="62179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7605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Transiciones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3016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Suavizado en interacciones del usuario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45548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5103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Fondos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3766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Fondos dinámicos y semi-transparencias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214440"/>
            <a:ext cx="4206240" cy="292608"/>
          </a:xfrm>
          <a:prstGeom prst="rect">
            <a:avLst/>
          </a:prstGeom>
          <a:solidFill>
            <a:srgbClr val="FFFDE7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21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04040"/>
                </a:solidFill>
              </a:rPr>
              <a:t>Todas las animaciones son CSS puro — sin JavaScript adicional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8778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08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877824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76488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55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hosting.html — Rendimiento y Publicación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745736"/>
            <a:ext cx="8778240" cy="210312"/>
          </a:xfrm>
          <a:prstGeom prst="rect">
            <a:avLst/>
          </a:prstGeom>
          <a:solidFill>
            <a:srgbClr val="D4D0C8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74573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4040"/>
                </a:solidFill>
              </a:rPr>
              <a:t>Memoria del Proyecto Web   |   José Manuel M. F.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21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80"/>
                </a:solidFill>
              </a:rPr>
              <a:t>Rendimiento y Hosting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80"/>
                </a:solidFill>
              </a:rPr>
              <a:t>Optimizaciones de Rendimiento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1508760"/>
            <a:ext cx="420624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DocumentFragment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783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Evita reflows innecesarios al insertar DOM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13055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76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 Asíncrona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404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Los JSON se cargan con fetch() asíncrono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752344"/>
            <a:ext cx="420624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980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Modularidad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0266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Lógica separada por componentes reutilizables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37413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Animations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648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Animaciones basadas en GPU via CSS puro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995928"/>
            <a:ext cx="4206240" cy="530352"/>
          </a:xfrm>
          <a:prstGeom prst="rect">
            <a:avLst/>
          </a:prstGeom>
          <a:solidFill>
            <a:srgbClr val="EEF0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Frameworks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70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4040"/>
                </a:solidFill>
              </a:rPr>
              <a:t>Sin dependencias pesadas — bundle size mínimo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107899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80"/>
                </a:solidFill>
              </a:rPr>
              <a:t>Arquitectura de Hosting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150876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508760"/>
            <a:ext cx="4069080" cy="347472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Neocities — Web Principal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1920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Hosting del portal principal
Plataforma para sitios estáticos creativos
Publica el index y los assets principales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83464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834640"/>
            <a:ext cx="4069080" cy="34747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Pages — Proyectos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3246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Hosting de proyectos individuales
Demos y experimentos en repos propios
Cada proyecto con su propia URL pública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30568" y="2770632"/>
            <a:ext cx="0" cy="91440"/>
          </a:xfrm>
          <a:prstGeom prst="line">
            <a:avLst/>
          </a:prstGeom>
          <a:noFill/>
          <a:ln w="25400">
            <a:solidFill>
              <a:srgbClr val="808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16966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08080"/>
                </a:solidFill>
              </a:rPr>
              <a:t>Arquitectura modular: cada proyecto es independiente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4526280"/>
          </a:xfrm>
          <a:prstGeom prst="rect">
            <a:avLst/>
          </a:prstGeom>
          <a:solidFill>
            <a:srgbClr val="FFFFFF"/>
          </a:solidFill>
          <a:ln w="38100">
            <a:solidFill>
              <a:srgbClr val="C0C0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Conclusión — Memoria del Proyecto Web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30768" y="3200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0768" y="320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X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193024" y="3200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3024" y="320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201168" cy="274320"/>
          </a:xfrm>
          <a:prstGeom prst="rect">
            <a:avLst/>
          </a:prstGeom>
          <a:solidFill>
            <a:srgbClr val="BDBDBD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320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00"/>
                </a:solidFill>
              </a:rPr>
              <a:t>-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8046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80"/>
                </a:solidFill>
              </a:rPr>
              <a:t>Conclusión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1353312"/>
            <a:ext cx="3886200" cy="960120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353312"/>
            <a:ext cx="73152" cy="9601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Aprendizaje Real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17373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Manipulación del DOM, arquitectura modular y asincronía con JavaScript puro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3886200" cy="960120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353312"/>
            <a:ext cx="73152" cy="9601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Diseño Visual Propio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17373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Interfaz estilo Windows clásico funcional en el navegador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450592"/>
            <a:ext cx="3886200" cy="960120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450592"/>
            <a:ext cx="73152" cy="9601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542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Portfolio Funcional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" y="28346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Sirve como CV web e interactivo, con proyectos enlazados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3886200" cy="960120"/>
          </a:xfrm>
          <a:prstGeom prst="rect">
            <a:avLst/>
          </a:prstGeom>
          <a:solidFill>
            <a:srgbClr val="EEF0FF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50592"/>
            <a:ext cx="73152" cy="9601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42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80"/>
                </a:solidFill>
              </a:rPr>
              <a:t>Hosting Distribuido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28346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4040"/>
                </a:solidFill>
              </a:rPr>
              <a:t>Combinación de Neocities + GitHub Pages como sistema modular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8080"/>
                </a:solidFill>
              </a:rPr>
              <a:t>Un proyecto técnico, creativo y funcional que sirve como base para el crecimiento profesional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C0C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" y="4864608"/>
            <a:ext cx="960120" cy="219456"/>
          </a:xfrm>
          <a:prstGeom prst="rect">
            <a:avLst/>
          </a:prstGeom>
          <a:solidFill>
            <a:srgbClr val="00008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" y="48646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Inicio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49640" y="486460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09:00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1087</Words>
  <Application>Microsoft Office PowerPoint</Application>
  <PresentationFormat>On-screen Show (16:9)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del Proyecto Web</dc:title>
  <dc:subject>PptxGenJS Presentation</dc:subject>
  <dc:creator>PptxGenJS</dc:creator>
  <cp:lastModifiedBy>José Manuel Menéndez Ferreira</cp:lastModifiedBy>
  <cp:revision>3</cp:revision>
  <dcterms:created xsi:type="dcterms:W3CDTF">2026-05-13T08:56:16Z</dcterms:created>
  <dcterms:modified xsi:type="dcterms:W3CDTF">2026-05-13T19:50:20Z</dcterms:modified>
</cp:coreProperties>
</file>